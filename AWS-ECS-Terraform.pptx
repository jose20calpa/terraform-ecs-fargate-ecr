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12280" y="36576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223760" y="36576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36576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36576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58200" y="36576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9144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12280" y="9144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223760" y="9144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35240" y="9144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9144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458200" y="9144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4630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12280" y="14630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14630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635240" y="14630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14630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58200" y="14630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201168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812280" y="201168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201168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35240" y="201168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201168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458200" y="201168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256032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812280" y="256032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23760" y="256032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35240" y="256032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0" y="256032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458200" y="256032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310896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812280" y="310896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223760" y="310896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635240" y="310896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046720" y="310896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458200" y="310896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0" y="36576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12280" y="36576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223760" y="36576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635240" y="36576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46720" y="36576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458200" y="36576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0" y="42062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812280" y="42062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23760" y="42062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635240" y="42062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46720" y="42062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58200" y="42062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1097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B92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Despliegue en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457200" y="1691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</a:t>
            </a:r>
            <a:endParaRPr lang="en-US" sz="7200" dirty="0"/>
          </a:p>
        </p:txBody>
      </p:sp>
      <p:sp>
        <p:nvSpPr>
          <p:cNvPr id="53" name="Text 51"/>
          <p:cNvSpPr/>
          <p:nvPr/>
        </p:nvSpPr>
        <p:spPr>
          <a:xfrm>
            <a:off x="457200" y="2743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D4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 Terraform</a:t>
            </a:r>
            <a:endParaRPr lang="en-US" sz="3600" dirty="0"/>
          </a:p>
        </p:txBody>
      </p:sp>
      <p:sp>
        <p:nvSpPr>
          <p:cNvPr id="54" name="Shape 52"/>
          <p:cNvSpPr/>
          <p:nvPr/>
        </p:nvSpPr>
        <p:spPr>
          <a:xfrm>
            <a:off x="457200" y="3657600"/>
            <a:ext cx="1371600" cy="320040"/>
          </a:xfrm>
          <a:prstGeom prst="rect">
            <a:avLst/>
          </a:prstGeom>
          <a:solidFill>
            <a:srgbClr val="1E2235"/>
          </a:solidFill>
          <a:ln w="12700">
            <a:solidFill>
              <a:srgbClr val="008F7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965960" y="3657600"/>
            <a:ext cx="1371600" cy="320040"/>
          </a:xfrm>
          <a:prstGeom prst="rect">
            <a:avLst/>
          </a:prstGeom>
          <a:solidFill>
            <a:srgbClr val="1E2235"/>
          </a:solidFill>
          <a:ln w="12700">
            <a:solidFill>
              <a:srgbClr val="008F7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6596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474720" y="3657600"/>
            <a:ext cx="1371600" cy="320040"/>
          </a:xfrm>
          <a:prstGeom prst="rect">
            <a:avLst/>
          </a:prstGeom>
          <a:solidFill>
            <a:srgbClr val="1E2235"/>
          </a:solidFill>
          <a:ln w="12700">
            <a:solidFill>
              <a:srgbClr val="008F7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983480" y="3657600"/>
            <a:ext cx="1371600" cy="320040"/>
          </a:xfrm>
          <a:prstGeom prst="rect">
            <a:avLst/>
          </a:prstGeom>
          <a:solidFill>
            <a:srgbClr val="1E2235"/>
          </a:solidFill>
          <a:ln w="12700">
            <a:solidFill>
              <a:srgbClr val="008F7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8348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Containerización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 Infraestructura Cloud  |  AWS · Terraform · Docker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aprenderemos?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18872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1188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contenedores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2075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containerizada en AWS ECS con Fargate — sin gestionar servidores.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023360" cy="118872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17320"/>
            <a:ext cx="54864" cy="1188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010912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10912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10912" y="2075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toda la arquitectura cloud usando Terraform y HCL.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023360" cy="118872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34640"/>
            <a:ext cx="54864" cy="1188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imágenes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3493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Almacenar y versionar imágenes Docker en Amazon ECR de forma segura.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834640"/>
            <a:ext cx="4023360" cy="118872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834640"/>
            <a:ext cx="54864" cy="1188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5010912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10912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10912" y="3493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recursos en módulos reutilizables: networking, ALB, ECS, seguridad.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54480"/>
            <a:ext cx="822960" cy="237744"/>
          </a:xfrm>
          <a:prstGeom prst="rect">
            <a:avLst/>
          </a:prstGeom>
          <a:solidFill>
            <a:srgbClr val="00D4A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544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1527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1792" y="1874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Lenguaje declarativo HCL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1122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Idempotente y reproducible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350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Plan de ejecución previo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5877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Multi-cloud compatible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3931920" cy="150876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417320"/>
            <a:ext cx="3931920" cy="64008"/>
          </a:xfrm>
          <a:prstGeom prst="rect">
            <a:avLst/>
          </a:prstGeom>
          <a:solidFill>
            <a:srgbClr val="FF7B39"/>
          </a:solidFill>
          <a:ln/>
        </p:spPr>
      </p:sp>
      <p:sp>
        <p:nvSpPr>
          <p:cNvPr id="16" name="Shape 14"/>
          <p:cNvSpPr/>
          <p:nvPr/>
        </p:nvSpPr>
        <p:spPr>
          <a:xfrm>
            <a:off x="4965192" y="1554480"/>
            <a:ext cx="822960" cy="237744"/>
          </a:xfrm>
          <a:prstGeom prst="rect">
            <a:avLst/>
          </a:prstGeom>
          <a:solidFill>
            <a:srgbClr val="FF7B39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65192" y="15544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97880" y="1527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65192" y="1874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Registro Docker administrado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65192" y="21122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Integración nativa con AWS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65192" y="2350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Escaneo de vulnerabilidades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65192" y="25877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Cifrado en tránsito y reposo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108960"/>
            <a:ext cx="393192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3246120"/>
            <a:ext cx="822960" cy="237744"/>
          </a:xfrm>
          <a:prstGeom prst="rect">
            <a:avLst/>
          </a:prstGeom>
          <a:solidFill>
            <a:srgbClr val="00D4AA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32461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54480" y="32186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1792" y="3566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Cluster, Service, Task, Task Def.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38039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Launch types: EC2 y Fargate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" y="40416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Alta disponibilidad integrada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4279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Escalabilidad automática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108960"/>
            <a:ext cx="3931920" cy="150876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108960"/>
            <a:ext cx="3931920" cy="64008"/>
          </a:xfrm>
          <a:prstGeom prst="rect">
            <a:avLst/>
          </a:prstGeom>
          <a:solidFill>
            <a:srgbClr val="FF7B39"/>
          </a:solidFill>
          <a:ln/>
        </p:spPr>
      </p:sp>
      <p:sp>
        <p:nvSpPr>
          <p:cNvPr id="34" name="Shape 32"/>
          <p:cNvSpPr/>
          <p:nvPr/>
        </p:nvSpPr>
        <p:spPr>
          <a:xfrm>
            <a:off x="4965192" y="3246120"/>
            <a:ext cx="822960" cy="237744"/>
          </a:xfrm>
          <a:prstGeom prst="rect">
            <a:avLst/>
          </a:prstGeom>
          <a:solidFill>
            <a:srgbClr val="FF7B39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965192" y="32461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97880" y="32186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965192" y="3566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Sin gestión de instancias EC2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65192" y="38039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Pago por vCPU y memoria usados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65192" y="40416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Aislamiento a nivel de kernel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65192" y="4279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Escalabilidad granular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tráfico y componentes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463040" cy="548640"/>
          </a:xfrm>
          <a:prstGeom prst="rect">
            <a:avLst/>
          </a:prstGeom>
          <a:solidFill>
            <a:srgbClr val="8B92A8">
              <a:alpha val="40000"/>
            </a:srgbClr>
          </a:solidFill>
          <a:ln w="12700">
            <a:solidFill>
              <a:srgbClr val="8B9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1417320"/>
            <a:ext cx="36576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103120" y="1143000"/>
            <a:ext cx="1463040" cy="548640"/>
          </a:xfrm>
          <a:prstGeom prst="rect">
            <a:avLst/>
          </a:prstGeom>
          <a:solidFill>
            <a:srgbClr val="FF7B39">
              <a:alpha val="80000"/>
            </a:srgbClr>
          </a:solidFill>
          <a:ln w="12700">
            <a:solidFill>
              <a:srgbClr val="FF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143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417320"/>
            <a:ext cx="36576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931920" y="1143000"/>
            <a:ext cx="1828800" cy="548640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/ Fargate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417320"/>
            <a:ext cx="36576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126480" y="1143000"/>
            <a:ext cx="1371600" cy="548640"/>
          </a:xfrm>
          <a:prstGeom prst="rect">
            <a:avLst/>
          </a:prstGeom>
          <a:solidFill>
            <a:srgbClr val="008F72">
              <a:alpha val="80000"/>
            </a:srgbClr>
          </a:solidFill>
          <a:ln w="12700">
            <a:solidFill>
              <a:srgbClr val="008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1417320"/>
            <a:ext cx="32004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818120" y="1143000"/>
            <a:ext cx="1097280" cy="548640"/>
          </a:xfrm>
          <a:prstGeom prst="rect">
            <a:avLst/>
          </a:prstGeom>
          <a:solidFill>
            <a:srgbClr val="8B92A8">
              <a:alpha val="40000"/>
            </a:srgbClr>
          </a:solidFill>
          <a:ln w="12700">
            <a:solidFill>
              <a:srgbClr val="8B9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1143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1965960"/>
            <a:ext cx="1600200" cy="105156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965960"/>
            <a:ext cx="16002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Subnets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3408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virtual con subnets públicas (ALB) y privadas (ECS)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93392" y="1965960"/>
            <a:ext cx="1600200" cy="105156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993392" y="1965960"/>
            <a:ext cx="1600200" cy="54864"/>
          </a:xfrm>
          <a:prstGeom prst="rect">
            <a:avLst/>
          </a:prstGeom>
          <a:solidFill>
            <a:srgbClr val="00D4AA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084832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84832" y="23408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virtuales con reglas de ingreso/egreso estrictas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12464" y="1965960"/>
            <a:ext cx="1600200" cy="105156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12464" y="1965960"/>
            <a:ext cx="16002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3803904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03904" y="23408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Plantilla: imagen ECR, CPU 256, RAM 512, puerto 80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31536" y="1965960"/>
            <a:ext cx="1600200" cy="105156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1536" y="1965960"/>
            <a:ext cx="1600200" cy="54864"/>
          </a:xfrm>
          <a:prstGeom prst="rect">
            <a:avLst/>
          </a:prstGeom>
          <a:solidFill>
            <a:srgbClr val="00D4AA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522976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Service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22976" y="23408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desired_count=2 tareas con Fargate en subnets privadas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50608" y="1965960"/>
            <a:ext cx="1600200" cy="105156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50608" y="1965960"/>
            <a:ext cx="16002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7" name="Text 35"/>
          <p:cNvSpPr/>
          <p:nvPr/>
        </p:nvSpPr>
        <p:spPr>
          <a:xfrm>
            <a:off x="7242048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Health Check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42048" y="23408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/, threshold 2/3, interval 30s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Usuario → ALB → ECS Task (Fargate) → Logs a CloudWatch → Imágenes desde ECR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28600" y="3611880"/>
            <a:ext cx="8686800" cy="1325880"/>
          </a:xfrm>
          <a:prstGeom prst="rect">
            <a:avLst/>
          </a:prstGeom>
          <a:solidFill>
            <a:srgbClr val="1E22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10.0.0.0/16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913632"/>
            <a:ext cx="1280160" cy="777240"/>
          </a:xfrm>
          <a:prstGeom prst="rect">
            <a:avLst/>
          </a:prstGeom>
          <a:solidFill>
            <a:srgbClr val="FF7B39">
              <a:alpha val="20000"/>
            </a:srgbClr>
          </a:solidFill>
          <a:ln w="12700">
            <a:solidFill>
              <a:srgbClr val="FF7B3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91363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Pública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10.0.1.0/24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01368" y="3913632"/>
            <a:ext cx="1280160" cy="777240"/>
          </a:xfrm>
          <a:prstGeom prst="rect">
            <a:avLst/>
          </a:prstGeom>
          <a:solidFill>
            <a:srgbClr val="FF7B39">
              <a:alpha val="20000"/>
            </a:srgbClr>
          </a:solidFill>
          <a:ln w="12700">
            <a:solidFill>
              <a:srgbClr val="FF7B3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01368" y="391363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Pública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10.0.2.0/24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36976" y="3913632"/>
            <a:ext cx="1280160" cy="777240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36976" y="391363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Privada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10.0.3.0/24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72584" y="3913632"/>
            <a:ext cx="1280160" cy="777240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72584" y="391363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Privada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10.0.4.0/24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08192" y="3913632"/>
            <a:ext cx="1280160" cy="777240"/>
          </a:xfrm>
          <a:prstGeom prst="rect">
            <a:avLst/>
          </a:prstGeom>
          <a:solidFill>
            <a:srgbClr val="8B92A8">
              <a:alpha val="20000"/>
            </a:srgbClr>
          </a:solidFill>
          <a:ln w="12700">
            <a:solidFill>
              <a:srgbClr val="8B92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08192" y="391363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43800" y="3913632"/>
            <a:ext cx="1280160" cy="777240"/>
          </a:xfrm>
          <a:prstGeom prst="rect">
            <a:avLst/>
          </a:prstGeom>
          <a:solidFill>
            <a:srgbClr val="8B92A8">
              <a:alpha val="20000"/>
            </a:srgbClr>
          </a:solidFill>
          <a:ln w="12700">
            <a:solidFill>
              <a:srgbClr val="8B92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43800" y="391363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TERRAFORM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560320" cy="374904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terraform-ecs-fargate-ecr/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main.tf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variables.tf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02536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terraform.tfvars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📁 networking/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main.tf · outputs.tf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📁 security_groups/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9008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main.tf · outputs.tf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236976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📁 ecr/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483864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main.tf · outputs.tf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73075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📁 alb/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97764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main.tf · outputs.tf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22452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📁 ecs/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471416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main.tf · outputs.tf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1097280"/>
            <a:ext cx="5669280" cy="658368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097280"/>
            <a:ext cx="54864" cy="6583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1170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./networking/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19272" y="14447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subnets públicas/privadas, IGW, NAT GWs, route tables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1828800"/>
            <a:ext cx="5669280" cy="658368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1828800"/>
            <a:ext cx="54864" cy="658368"/>
          </a:xfrm>
          <a:prstGeom prst="rect">
            <a:avLst/>
          </a:prstGeom>
          <a:solidFill>
            <a:srgbClr val="FF7B39"/>
          </a:solidFill>
          <a:ln/>
        </p:spPr>
      </p:sp>
      <p:sp>
        <p:nvSpPr>
          <p:cNvPr id="26" name="Text 24"/>
          <p:cNvSpPr/>
          <p:nvPr/>
        </p:nvSpPr>
        <p:spPr>
          <a:xfrm>
            <a:off x="3319272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./security_groups/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19272" y="21762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SG (puerto 80 abierto) y ECS SG (solo desde ALB)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54680" y="2560320"/>
            <a:ext cx="5669280" cy="658368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560320"/>
            <a:ext cx="54864" cy="6583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0" name="Text 28"/>
          <p:cNvSpPr/>
          <p:nvPr/>
        </p:nvSpPr>
        <p:spPr>
          <a:xfrm>
            <a:off x="3319272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./ecr/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19272" y="29077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Docker con scan_on_push y lifecycle policy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54680" y="3291840"/>
            <a:ext cx="5669280" cy="658368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54680" y="3291840"/>
            <a:ext cx="54864" cy="658368"/>
          </a:xfrm>
          <a:prstGeom prst="rect">
            <a:avLst/>
          </a:prstGeom>
          <a:solidFill>
            <a:srgbClr val="FF7B39"/>
          </a:solidFill>
          <a:ln/>
        </p:spPr>
      </p:sp>
      <p:sp>
        <p:nvSpPr>
          <p:cNvPr id="34" name="Text 32"/>
          <p:cNvSpPr/>
          <p:nvPr/>
        </p:nvSpPr>
        <p:spPr>
          <a:xfrm>
            <a:off x="3319272" y="3364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./alb/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19272" y="36393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+ Target Group + Listener + Health Checks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54680" y="4023360"/>
            <a:ext cx="5669280" cy="658368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54680" y="4023360"/>
            <a:ext cx="54864" cy="6583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8" name="Text 36"/>
          <p:cNvSpPr/>
          <p:nvPr/>
        </p:nvSpPr>
        <p:spPr>
          <a:xfrm>
            <a:off x="3319272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./ecs/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319272" y="43708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Cluster, Task Def (Fargate), Service, IAM Role, CloudWatch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LABORATORIO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de implementación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52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563624"/>
            <a:ext cx="0" cy="347472"/>
          </a:xfrm>
          <a:prstGeom prst="line">
            <a:avLst/>
          </a:prstGeom>
          <a:noFill/>
          <a:ln w="12700">
            <a:solidFill>
              <a:srgbClr val="8B92A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60120" y="11521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94560" y="1115568"/>
            <a:ext cx="5394960" cy="292608"/>
          </a:xfrm>
          <a:prstGeom prst="rect">
            <a:avLst/>
          </a:prstGeom>
          <a:solidFill>
            <a:srgbClr val="0F111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1155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terraform.tfvars.example terraform.tfvars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145389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aws_access_key y aws_secret_key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411480" cy="411480"/>
          </a:xfrm>
          <a:prstGeom prst="ellipse">
            <a:avLst/>
          </a:prstGeom>
          <a:solidFill>
            <a:srgbClr val="FF7B39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258568"/>
            <a:ext cx="0" cy="347472"/>
          </a:xfrm>
          <a:prstGeom prst="line">
            <a:avLst/>
          </a:prstGeom>
          <a:noFill/>
          <a:ln w="12700">
            <a:solidFill>
              <a:srgbClr val="8B92A8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60120" y="1847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94560" y="1810512"/>
            <a:ext cx="5394960" cy="292608"/>
          </a:xfrm>
          <a:prstGeom prst="rect">
            <a:avLst/>
          </a:prstGeom>
          <a:solidFill>
            <a:srgbClr val="0F1117"/>
          </a:solidFill>
          <a:ln w="12700">
            <a:solidFill>
              <a:srgbClr val="FF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8105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14884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providers y configura el backend de estado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42032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2953512"/>
            <a:ext cx="0" cy="347472"/>
          </a:xfrm>
          <a:prstGeom prst="line">
            <a:avLst/>
          </a:prstGeom>
          <a:noFill/>
          <a:ln w="12700">
            <a:solidFill>
              <a:srgbClr val="8B92A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96012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94560" y="2505456"/>
            <a:ext cx="5394960" cy="292608"/>
          </a:xfrm>
          <a:prstGeom prst="rect">
            <a:avLst/>
          </a:prstGeom>
          <a:solidFill>
            <a:srgbClr val="0F111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250545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-out=tfplan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" y="284378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recursos a crear sin aplicar cambios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236976"/>
            <a:ext cx="411480" cy="411480"/>
          </a:xfrm>
          <a:prstGeom prst="ellipse">
            <a:avLst/>
          </a:prstGeom>
          <a:solidFill>
            <a:srgbClr val="FF7B39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3648456"/>
            <a:ext cx="0" cy="347472"/>
          </a:xfrm>
          <a:prstGeom prst="line">
            <a:avLst/>
          </a:prstGeom>
          <a:noFill/>
          <a:ln w="12700">
            <a:solidFill>
              <a:srgbClr val="8B92A8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960120" y="3236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194560" y="3200400"/>
            <a:ext cx="5394960" cy="292608"/>
          </a:xfrm>
          <a:prstGeom prst="rect">
            <a:avLst/>
          </a:prstGeom>
          <a:solidFill>
            <a:srgbClr val="0F1117"/>
          </a:solidFill>
          <a:ln w="12700">
            <a:solidFill>
              <a:srgbClr val="FF7B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31720" y="32004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tfplan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53872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infraestructura en AWS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93192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0120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194560" y="3895344"/>
            <a:ext cx="5394960" cy="292608"/>
          </a:xfrm>
          <a:prstGeom prst="rect">
            <a:avLst/>
          </a:prstGeom>
          <a:solidFill>
            <a:srgbClr val="0F111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38953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my-app . &amp;&amp; docker push &lt;ecr-url&gt;:latest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120" y="42336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imagen y subirla al repositorio ECR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solidFill>
            <a:srgbClr val="2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Limpieza:  terraform destroy   |   aws ecr delete-repository --repository-name my-angular-app --force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572000" cy="73152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" cy="7315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647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del Load Balancer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4114800" cy="246888"/>
          </a:xfrm>
          <a:prstGeom prst="rect">
            <a:avLst/>
          </a:prstGeom>
          <a:solidFill>
            <a:srgbClr val="0F111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5740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 alb_dns_name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572000" cy="73152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60320"/>
            <a:ext cx="54864" cy="7315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334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del repositorio ECR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4114800" cy="246888"/>
          </a:xfrm>
          <a:prstGeom prst="rect">
            <a:avLst/>
          </a:prstGeom>
          <a:solidFill>
            <a:srgbClr val="0F111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2608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 ecr_repository_url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4572000" cy="73152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29000"/>
            <a:ext cx="54864" cy="7315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021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la aplicación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4114800" cy="246888"/>
          </a:xfrm>
          <a:prstGeom prst="rect">
            <a:avLst/>
          </a:prstGeom>
          <a:solidFill>
            <a:srgbClr val="0F111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9476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http://&lt;alb-dns-name&gt;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1097280"/>
            <a:ext cx="1645920" cy="1645920"/>
          </a:xfrm>
          <a:prstGeom prst="rect">
            <a:avLst/>
          </a:prstGeom>
          <a:solidFill>
            <a:srgbClr val="1E2235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39496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1097280"/>
            <a:ext cx="1645920" cy="1645920"/>
          </a:xfrm>
          <a:prstGeom prst="rect">
            <a:avLst/>
          </a:prstGeom>
          <a:solidFill>
            <a:srgbClr val="1E2235"/>
          </a:solidFill>
          <a:ln w="12700">
            <a:solidFill>
              <a:srgbClr val="FF7B3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22376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3017520"/>
            <a:ext cx="1645920" cy="1645920"/>
          </a:xfrm>
          <a:prstGeom prst="rect">
            <a:avLst/>
          </a:prstGeom>
          <a:solidFill>
            <a:srgbClr val="1E2235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94960" y="3291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539496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pub · 2 priv)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23760" y="3017520"/>
            <a:ext cx="1645920" cy="1645920"/>
          </a:xfrm>
          <a:prstGeom prst="rect">
            <a:avLst/>
          </a:prstGeom>
          <a:solidFill>
            <a:srgbClr val="1E2235"/>
          </a:solidFill>
          <a:ln w="12700">
            <a:solidFill>
              <a:srgbClr val="FF7B3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23760" y="3291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256/512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722376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 / 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(MB)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+ Terraform + ECR + Fargate  ·  Infraestructura como Código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CONTAINER SERVICE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ECS: Anatomía del servicio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657600" cy="3749040"/>
          </a:xfrm>
          <a:prstGeom prst="rect">
            <a:avLst/>
          </a:prstGeom>
          <a:solidFill>
            <a:srgbClr val="1E22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angular-app-cluster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solidFill>
            <a:srgbClr val="141828"/>
          </a:solidFill>
          <a:ln w="12700">
            <a:solidFill>
              <a:srgbClr val="FF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desired_count = 2   |   launch_type = FARGATE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assign_public_ip = false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508760" cy="914400"/>
          </a:xfrm>
          <a:prstGeom prst="rect">
            <a:avLst/>
          </a:prstGeom>
          <a:solidFill>
            <a:srgbClr val="0D152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angular-app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40280" y="2834640"/>
            <a:ext cx="1508760" cy="914400"/>
          </a:xfrm>
          <a:prstGeom prst="rect">
            <a:avLst/>
          </a:prstGeom>
          <a:solidFill>
            <a:srgbClr val="0D152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13432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13432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angular-app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291840" cy="685800"/>
          </a:xfrm>
          <a:prstGeom prst="rect">
            <a:avLst/>
          </a:prstGeom>
          <a:solidFill>
            <a:srgbClr val="141828"/>
          </a:solidFill>
          <a:ln w="12700">
            <a:solidFill>
              <a:srgbClr val="8B92A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85800" y="3886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114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256  |  memory: 512  |  awsvpc mode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43159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requires_compatibilities: FARGATE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51960" y="1143000"/>
            <a:ext cx="2286000" cy="91440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51960" y="1143000"/>
            <a:ext cx="2286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4361688" y="1234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ECS?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61688" y="14904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orquestación de contenedores Docker en AWS. Gestiona el ciclo de vida completo: scheduling, networking, monitoreo y escalado de tareas.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75120" y="2167128"/>
            <a:ext cx="2286000" cy="91440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0" y="2167128"/>
            <a:ext cx="2286000" cy="54864"/>
          </a:xfrm>
          <a:prstGeom prst="rect">
            <a:avLst/>
          </a:prstGeom>
          <a:solidFill>
            <a:srgbClr val="FF7B39"/>
          </a:solidFill>
          <a:ln/>
        </p:spPr>
      </p:sp>
      <p:sp>
        <p:nvSpPr>
          <p:cNvPr id="28" name="Text 26"/>
          <p:cNvSpPr/>
          <p:nvPr/>
        </p:nvSpPr>
        <p:spPr>
          <a:xfrm>
            <a:off x="6784848" y="2258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de lanzamiento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84848" y="2514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EC2: tú administras las instancias. Fargate: AWS gestiona el cómputo — solo defines CPU y RAM; sin EC2 que mantener.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51960" y="3191256"/>
            <a:ext cx="2286000" cy="91440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51960" y="3191256"/>
            <a:ext cx="2286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2" name="Text 30"/>
          <p:cNvSpPr/>
          <p:nvPr/>
        </p:nvSpPr>
        <p:spPr>
          <a:xfrm>
            <a:off x="4361688" y="32826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Networking: awsvpc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61688" y="35387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recibe su propia ENI (Elastic Network Interface) y una IP privada dentro de la VPC. Permite SG a nivel de tarea.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75120" y="1143000"/>
            <a:ext cx="2286000" cy="91440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75120" y="1143000"/>
            <a:ext cx="2286000" cy="54864"/>
          </a:xfrm>
          <a:prstGeom prst="rect">
            <a:avLst/>
          </a:prstGeom>
          <a:solidFill>
            <a:srgbClr val="FF7B39"/>
          </a:solidFill>
          <a:ln/>
        </p:spPr>
      </p:sp>
      <p:sp>
        <p:nvSpPr>
          <p:cNvPr id="36" name="Text 34"/>
          <p:cNvSpPr/>
          <p:nvPr/>
        </p:nvSpPr>
        <p:spPr>
          <a:xfrm>
            <a:off x="6784848" y="1234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permisos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84848" y="14904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 Role: permite a ECS/Fargate tirar imágenes de ECR y escribir logs en CloudWatch. Task Role: permisos del propio app.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51960" y="2167128"/>
            <a:ext cx="2286000" cy="91440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51960" y="2167128"/>
            <a:ext cx="2286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0" name="Text 38"/>
          <p:cNvSpPr/>
          <p:nvPr/>
        </p:nvSpPr>
        <p:spPr>
          <a:xfrm>
            <a:off x="4361688" y="2258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auto-scaling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361688" y="2514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puede escalar horizontalmente basado en métricas de CloudWatch (CPU, memoria, peticiones). El service mantiene desired_count activo.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75120" y="3191256"/>
            <a:ext cx="2286000" cy="91440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675120" y="3191256"/>
            <a:ext cx="2286000" cy="54864"/>
          </a:xfrm>
          <a:prstGeom prst="rect">
            <a:avLst/>
          </a:prstGeom>
          <a:solidFill>
            <a:srgbClr val="FF7B39"/>
          </a:solidFill>
          <a:ln/>
        </p:spPr>
      </p:sp>
      <p:sp>
        <p:nvSpPr>
          <p:cNvPr id="44" name="Text 42"/>
          <p:cNvSpPr/>
          <p:nvPr/>
        </p:nvSpPr>
        <p:spPr>
          <a:xfrm>
            <a:off x="6784848" y="32826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self-healing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84848" y="35387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contenedor falla el health check del ALB, ECS lo drena y lanza un reemplazo automáticamente, manteniendo disponibilidad.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B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DETALLADA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 Terraform — AWS Fargate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6200" y="932688"/>
            <a:ext cx="1371600" cy="411480"/>
          </a:xfrm>
          <a:prstGeom prst="ellipse">
            <a:avLst/>
          </a:prstGeom>
          <a:solidFill>
            <a:srgbClr val="8B92A8">
              <a:alpha val="40000"/>
            </a:srgbClr>
          </a:solidFill>
          <a:ln w="12700">
            <a:solidFill>
              <a:srgbClr val="8B9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9326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 HTTP/HTTPS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0" y="1344168"/>
            <a:ext cx="0" cy="256032"/>
          </a:xfrm>
          <a:prstGeom prst="line">
            <a:avLst/>
          </a:prstGeom>
          <a:noFill/>
          <a:ln w="12700">
            <a:solidFill>
              <a:srgbClr val="8B92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463040"/>
            <a:ext cx="8686800" cy="3429000"/>
          </a:xfrm>
          <a:prstGeom prst="rect">
            <a:avLst/>
          </a:prstGeom>
          <a:solidFill>
            <a:srgbClr val="0C1018"/>
          </a:solidFill>
          <a:ln w="12700">
            <a:solidFill>
              <a:srgbClr val="008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90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(10.0.0.0/16)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77640" y="1600200"/>
            <a:ext cx="1188720" cy="411480"/>
          </a:xfrm>
          <a:prstGeom prst="ellipse">
            <a:avLst/>
          </a:prstGeom>
          <a:solidFill>
            <a:srgbClr val="3D1A8A">
              <a:alpha val="70000"/>
            </a:srgbClr>
          </a:solidFill>
          <a:ln w="12700">
            <a:solidFill>
              <a:srgbClr val="8A63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600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949440" y="1572768"/>
            <a:ext cx="1645920" cy="457200"/>
          </a:xfrm>
          <a:prstGeom prst="rect">
            <a:avLst/>
          </a:prstGeom>
          <a:solidFill>
            <a:srgbClr val="1E2235"/>
          </a:solidFill>
          <a:ln w="12700">
            <a:solidFill>
              <a:srgbClr val="8B9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7728" y="1581912"/>
            <a:ext cx="16093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Route Table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172.16.0.0 / 1.0 / 2.0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2011680"/>
            <a:ext cx="0" cy="201168"/>
          </a:xfrm>
          <a:prstGeom prst="line">
            <a:avLst/>
          </a:prstGeom>
          <a:noFill/>
          <a:ln w="12700">
            <a:solidFill>
              <a:srgbClr val="8A63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212848"/>
            <a:ext cx="8412480" cy="1115568"/>
          </a:xfrm>
          <a:prstGeom prst="rect">
            <a:avLst/>
          </a:prstGeom>
          <a:solidFill>
            <a:srgbClr val="0A0E18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487168"/>
            <a:ext cx="1920240" cy="749808"/>
          </a:xfrm>
          <a:prstGeom prst="rect">
            <a:avLst/>
          </a:prstGeom>
          <a:solidFill>
            <a:srgbClr val="1E2235"/>
          </a:solidFill>
          <a:ln w="12700">
            <a:solidFill>
              <a:srgbClr val="3B82C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29768" y="250545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A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10.0.1.0/24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365760" cy="320040"/>
          </a:xfrm>
          <a:prstGeom prst="ellipse">
            <a:avLst/>
          </a:prstGeom>
          <a:solidFill>
            <a:srgbClr val="8A63D2">
              <a:alpha val="70000"/>
            </a:srgbClr>
          </a:solidFill>
          <a:ln w="12700">
            <a:solidFill>
              <a:srgbClr val="8A63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8163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74720" y="2487168"/>
            <a:ext cx="502920" cy="475488"/>
          </a:xfrm>
          <a:prstGeom prst="ellipse">
            <a:avLst/>
          </a:prstGeom>
          <a:solidFill>
            <a:srgbClr val="FF7B39">
              <a:alpha val="50000"/>
            </a:srgbClr>
          </a:solidFill>
          <a:ln w="12700">
            <a:solidFill>
              <a:srgbClr val="FF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4871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206240" y="2487168"/>
            <a:ext cx="640080" cy="475488"/>
          </a:xfrm>
          <a:prstGeom prst="ellipse">
            <a:avLst/>
          </a:prstGeom>
          <a:solidFill>
            <a:srgbClr val="FF7B39">
              <a:alpha val="70000"/>
            </a:srgbClr>
          </a:solidFill>
          <a:ln w="12700">
            <a:solidFill>
              <a:srgbClr val="FF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48716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77640" y="2724912"/>
            <a:ext cx="228600" cy="0"/>
          </a:xfrm>
          <a:prstGeom prst="line">
            <a:avLst/>
          </a:prstGeom>
          <a:noFill/>
          <a:ln w="12700">
            <a:solidFill>
              <a:srgbClr val="FF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578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Balanced Traffic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20840" y="2487168"/>
            <a:ext cx="1920240" cy="749808"/>
          </a:xfrm>
          <a:prstGeom prst="rect">
            <a:avLst/>
          </a:prstGeom>
          <a:solidFill>
            <a:srgbClr val="1E2235"/>
          </a:solidFill>
          <a:ln w="12700">
            <a:solidFill>
              <a:srgbClr val="3B82C4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739128" y="250545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B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10.0.2.0/24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12280" y="2834640"/>
            <a:ext cx="365760" cy="320040"/>
          </a:xfrm>
          <a:prstGeom prst="ellipse">
            <a:avLst/>
          </a:prstGeom>
          <a:solidFill>
            <a:srgbClr val="8A63D2">
              <a:alpha val="70000"/>
            </a:srgbClr>
          </a:solidFill>
          <a:ln w="12700">
            <a:solidFill>
              <a:srgbClr val="8A63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28163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0" y="2962656"/>
            <a:ext cx="0" cy="182880"/>
          </a:xfrm>
          <a:prstGeom prst="line">
            <a:avLst/>
          </a:prstGeom>
          <a:noFill/>
          <a:ln w="12700">
            <a:solidFill>
              <a:srgbClr val="FF7B3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364992"/>
            <a:ext cx="8412480" cy="1389888"/>
          </a:xfrm>
          <a:prstGeom prst="rect">
            <a:avLst/>
          </a:prstGeom>
          <a:solidFill>
            <a:srgbClr val="0A0E18"/>
          </a:solidFill>
          <a:ln w="12700">
            <a:solidFill>
              <a:srgbClr val="FF7B3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3832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Cluster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3639312"/>
            <a:ext cx="8229600" cy="1024128"/>
          </a:xfrm>
          <a:prstGeom prst="rect">
            <a:avLst/>
          </a:prstGeom>
          <a:solidFill>
            <a:srgbClr val="060A12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" y="3858768"/>
            <a:ext cx="2834640" cy="713232"/>
          </a:xfrm>
          <a:prstGeom prst="rect">
            <a:avLst/>
          </a:prstGeom>
          <a:solidFill>
            <a:srgbClr val="1E2235"/>
          </a:solidFill>
          <a:ln w="12700">
            <a:solidFill>
              <a:srgbClr val="3B82C4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94360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A  10.0.3.0/24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5800" y="4096512"/>
            <a:ext cx="502920" cy="384048"/>
          </a:xfrm>
          <a:prstGeom prst="ellipse">
            <a:avLst/>
          </a:prstGeom>
          <a:solidFill>
            <a:srgbClr val="FF7B39">
              <a:alpha val="60000"/>
            </a:srgbClr>
          </a:solidFill>
          <a:ln w="12700">
            <a:solidFill>
              <a:srgbClr val="FF7B3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0965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280160" y="42245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Task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" y="44622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 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520440" y="3858768"/>
            <a:ext cx="1280160" cy="530352"/>
          </a:xfrm>
          <a:prstGeom prst="rect">
            <a:avLst/>
          </a:prstGeom>
          <a:solidFill>
            <a:srgbClr val="1E2235"/>
          </a:solidFill>
          <a:ln w="12700">
            <a:solidFill>
              <a:srgbClr val="8B92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38728" y="3877056"/>
            <a:ext cx="1243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Route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172.16.0/1.0/2.0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937760" y="3858768"/>
            <a:ext cx="594360" cy="530352"/>
          </a:xfrm>
          <a:prstGeom prst="ellipse">
            <a:avLst/>
          </a:prstGeom>
          <a:solidFill>
            <a:srgbClr val="FF7B39">
              <a:alpha val="40000"/>
            </a:srgbClr>
          </a:solidFill>
          <a:ln w="12700">
            <a:solidFill>
              <a:srgbClr val="FF7B3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85876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60720" y="3858768"/>
            <a:ext cx="2788920" cy="713232"/>
          </a:xfrm>
          <a:prstGeom prst="rect">
            <a:avLst/>
          </a:prstGeom>
          <a:solidFill>
            <a:srgbClr val="1E2235"/>
          </a:solidFill>
          <a:ln w="12700">
            <a:solidFill>
              <a:srgbClr val="3B82C4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5852160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B  10.0.4.0/24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897880" y="4096512"/>
            <a:ext cx="502920" cy="384048"/>
          </a:xfrm>
          <a:prstGeom prst="ellipse">
            <a:avLst/>
          </a:prstGeom>
          <a:solidFill>
            <a:srgbClr val="FF7B39">
              <a:alpha val="60000"/>
            </a:srgbClr>
          </a:solidFill>
          <a:ln w="12700">
            <a:solidFill>
              <a:srgbClr val="FF7B3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97880" y="40965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492240" y="42245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Task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52160" y="44622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 B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28600" y="4206240"/>
            <a:ext cx="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0" y="4754880"/>
            <a:ext cx="0" cy="228600"/>
          </a:xfrm>
          <a:prstGeom prst="line">
            <a:avLst/>
          </a:prstGeom>
          <a:noFill/>
          <a:ln w="12700">
            <a:solidFill>
              <a:srgbClr val="FF7B3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" y="3364992"/>
            <a:ext cx="0" cy="-384048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868680" y="3035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Internet Access (NAT)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38328" y="3401568"/>
            <a:ext cx="1417320" cy="329184"/>
          </a:xfrm>
          <a:prstGeom prst="rect">
            <a:avLst/>
          </a:prstGeom>
          <a:solidFill>
            <a:srgbClr val="1E22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" y="3401568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 Logs &amp; Metrics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51560" y="3730752"/>
            <a:ext cx="0" cy="128016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3566160" y="4754880"/>
            <a:ext cx="2011680" cy="347472"/>
          </a:xfrm>
          <a:prstGeom prst="rect">
            <a:avLst/>
          </a:prstGeom>
          <a:solidFill>
            <a:srgbClr val="1E2235"/>
          </a:solidFill>
          <a:ln w="12700">
            <a:solidFill>
              <a:srgbClr val="FF7B3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84448" y="475488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Registry  —  Container Images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2026-02-28T00:58:23Z</dcterms:created>
  <dcterms:modified xsi:type="dcterms:W3CDTF">2026-02-28T00:58:23Z</dcterms:modified>
</cp:coreProperties>
</file>